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TITLE AND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NOVAC AI Hiring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6583680" cy="301752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21B29"/>
                </a:solidFill>
                <a:latin typeface="Aptos"/>
              </a:rPr>
              <a:t>- AI-enabled hiring workflow for HR-led job setup, resume screening, identity verification, live interview, transcription, AI grading, and report download.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21B29"/>
                </a:solidFill>
                <a:latin typeface="Aptos"/>
              </a:rPr>
              <a:t>- Built as a React/Vite frontend plus FastAPI backend with local JSON/file persistence and model-backed service modules.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21B29"/>
                </a:solidFill>
                <a:latin typeface="Aptos"/>
              </a:rPr>
              <a:t>- Scope covers HR operations, candidate verification, interview execution, and post-interview review.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21B29"/>
                </a:solidFill>
                <a:latin typeface="Aptos"/>
              </a:rPr>
              <a:t>- Assumptions for this deck: liveness check is implemented; completed interview reports can be downloaded.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508760"/>
            <a:ext cx="2788920" cy="566928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65007" y="1581912"/>
            <a:ext cx="8686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596576"/>
                </a:solidFill>
                <a:latin typeface="Aptos"/>
              </a:rPr>
              <a:t>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65007" y="1755648"/>
            <a:ext cx="25146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050" b="1">
                <a:solidFill>
                  <a:srgbClr val="121B29"/>
                </a:solidFill>
                <a:latin typeface="Aptos"/>
              </a:rPr>
              <a:t>NOVAC AI Hiring Platform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221991"/>
            <a:ext cx="2788920" cy="566928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65007" y="2295144"/>
            <a:ext cx="8686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596576"/>
                </a:solidFill>
                <a:latin typeface="Aptos"/>
              </a:rPr>
              <a:t>Audience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7" y="2468879"/>
            <a:ext cx="25146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050" b="1">
                <a:solidFill>
                  <a:srgbClr val="121B29"/>
                </a:solidFill>
                <a:latin typeface="Aptos"/>
              </a:rPr>
              <a:t>Project review / demo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935224"/>
            <a:ext cx="2788920" cy="566928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65007" y="3008376"/>
            <a:ext cx="868680" cy="1645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00" b="1">
                <a:solidFill>
                  <a:srgbClr val="596576"/>
                </a:solidFill>
                <a:latin typeface="Aptos"/>
              </a:rPr>
              <a:t>Source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7" y="3182112"/>
            <a:ext cx="25146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050" b="1">
                <a:solidFill>
                  <a:srgbClr val="121B29"/>
                </a:solidFill>
                <a:latin typeface="Aptos"/>
              </a:rPr>
              <a:t>Actual repo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49240"/>
            <a:ext cx="172212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Resume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71928" y="5349240"/>
            <a:ext cx="172212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71343" y="5600700"/>
            <a:ext cx="82297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303776" y="5349240"/>
            <a:ext cx="172212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KYC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03192" y="56007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35624" y="5349240"/>
            <a:ext cx="172212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Liveness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56007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967472" y="5349240"/>
            <a:ext cx="172212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Interview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6888" y="56007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99320" y="5349240"/>
            <a:ext cx="172212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Report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98736" y="56007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The platform automates the slowest handoffs in early hiring.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Manual resume screening is inconsistent and slow when many candidates apply for one role.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Identity verification and interview scheduling often happen outside the ATS, creating fragmented records.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Voice interviews require transcription, scoring, and HR review artifacts that are hard to standardize manually.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NOVAC connects these stages into one application record keyed by application_id.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Resume intake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ATS decision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Identity verification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Live interview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AI grading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HR report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Complete end-to-end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The HR path begins with job and question-bank setup; the candidate path begins only after an interview/verification link is generated.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Each stage writes status and artifacts back to the same application record.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Route guards prevent interview access until Aadhaar and face verification are complete.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HR creates job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Uploads question bank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Uploads resumes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ATS scoring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Shortlist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Candidate link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5559552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Aadhaar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94788" y="5559552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Face + liveness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94204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303776" y="5559552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Interview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03192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112764" y="5559552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Whisper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12180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921752" y="5559552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Qwen grading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821168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730740" y="5559552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HR report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630156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System architecture separates UI workflow from model-backed services.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React/Vite frontend controls page state, candidate route transitions, browser camera, microphone, and API calls.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FastAPI exposes route groups under /api/resume, /api/ats, /api/kyc, /api/interview, and /api/hr.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Service layer owns parsing, ATS scoring, local storage, KYC, face verification, Whisper, Qwen, and question-bank logic.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Model layer includes JobBERT, Qwen through Ollama, Faster-Whisper, InsightFace buffalo_l, YOLO ID models, PaddleOCR, and OpenCV Haar cascades.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Persistence is local JSON/files behind a Mongo-compatible db_service abstraction.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Browser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React/Vite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FastAPI routes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Service layer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Storage + model cache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AI runtimes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Runtime boundaries and model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Ollama/Qwen runs as a local HTTP runtime at QWEN_BASE_URL, default http://127.0.0.1:11434.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Indian ID validation runs outside the main backend venv through a subprocess using id_venv and indian-id-validator/inference.py.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Whisper models are downloaded/cached under backend/models/whisper by faster-whisper.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InsightFace initializes buffalo_l with CPUExecutionProvider and caches model files outside application JSON storage.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Browser getUserMedia and MediaRecorder provide live frames and audio blobs to the backend.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Boundary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Runtime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Used by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Frontend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Browser + React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HR/candidate workflows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Backend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FastAPI + services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API orchestration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Ollama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Local HTTP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 generation/grading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2779776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ID validator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779776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Separate Python venv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2779776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 OCR/classification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3127248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Model cache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127248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Local disk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3127248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Offline model reuse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FRONTEND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Frontend routing is state-driven with candidate URL guards.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App.jsx owns currentPage, selectedJob, applicationSummary, aadhaarSummary, camera stream, and candidate-loading state.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Candidate URLs /verify/:id, /face-verification/:id, and /interview/:id are parsed on load.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The app redirects candidates back to missing prerequisite steps if Aadhaar or face verification is incomplete.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cameraSession is shared between face verification and interview to reuse/stop video streams cleanly.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/verify/:id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Aadhaar page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/face-verification/:id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Face page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/interview/:id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Interview page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FRONTEND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HR dashboard creates job records that drive ATS scoring and question selection.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HRDashboardPage fields: title, description, required skills, education, experience, keywords.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Fetches existing jobs using GET /api/hr/jobs and creates new jobs using POST /api/hr/jobs.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Required skills and keywords are comma-split into arrays before being sent to the backend.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The resulting job id becomes the join key for applications and question banks.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UI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Backend storage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Load jobs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GET /api/hr/jobs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jobs.json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Add job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POST /api/hr/jobs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new job 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Show job cards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state.jobs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title/skills/education/experience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FRONTEND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Current Jobs is the HR navigation hub for each role.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CurrentJobsPage loads all jobs and renders one card per job.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Actions route HR to View Applications, Upload Resumes, Upload Question Bank, and View Question Bank.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selectedJob is passed from App.jsx into downstream pages so every action is job-scoped.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061057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Current Jobs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6585" y="4892040"/>
            <a:ext cx="2061057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View Applications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56001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7371" y="4892040"/>
            <a:ext cx="2061057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Upload Resumes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6787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98156" y="4892040"/>
            <a:ext cx="2061057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Question Bank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757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68942" y="4892040"/>
            <a:ext cx="2061057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Shortlisted Candidates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6835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FRONTEND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Resume upload page supports multi-file ATS processing for HR.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UploadResumePage accepts multiple PDF files, appends job_id, and sends FormData to POST /api/resume/bulk-upload.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It shows selected files, upload progress, processed count, per-application status, duplicate flag, and failures.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The backend scores each non-duplicate resume automatically during bulk upload.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Failed files are returned in a failed array without stopping the whole batch.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Displayed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Selected PDFs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file names + count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isUploading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Disable process button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Processing label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uploadResult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Backend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processed/failed/duplicate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FRONTEND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Single resume upload is available for candidate-style/manual flow.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StudentUploadPage loads available jobs, requires job selection, validates PDF extension, and calls uploadResume(file, jobId).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The upload API returns application_id, candidate info, file stats, and next_step=ats_screening.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On success App.jsx moves to AtsScreeningPage, which calls GET /api/ats/score/{application_id}.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061057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Select job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6585" y="4892040"/>
            <a:ext cx="2061057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Choose PDF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56001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7371" y="4892040"/>
            <a:ext cx="2061057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POST /api/resume/upload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6787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98156" y="4892040"/>
            <a:ext cx="2061057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ATS page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757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68942" y="4892040"/>
            <a:ext cx="2061057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Aadhaar if passed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6835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FRONTEND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ATS screening page turns backend scoring into a candidate decision screen.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AtsScreeningPage auto-runs scoring once an application_id is available.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It displays candidate, ATS score, matched skill count, missing skill count, matched skills, and missing skills.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Pass logic accepts backend passed/status or score &gt;= 70.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Passed candidates can continue to Aadhaar; failed candidates stop/back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Output shown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application_id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GET /api/ats/score/{id}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ATS score/result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ats_result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frontend helpers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pass/fail banner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matched/missing skills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response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skill chips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FRONTEND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Question Bank page manages HR-authored interview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Supports text file upload and manual question creation.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Manual fields include question, expected_answer, difficulty, and category.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Fetches uploaded questions using GET /api/hr/jobs/{job_id}/question-bank.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Saves manual banks with POST /api/hr/question-bank/save and text files with POST /api/hr/question-bank/upload.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Displays saved questions, difficulty, category, and expected answers for HR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061057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Manual/file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6585" y="4892040"/>
            <a:ext cx="2061057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Normalize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56001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7371" y="4892040"/>
            <a:ext cx="2061057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Save by job_id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6787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98156" y="4892040"/>
            <a:ext cx="2061057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Review uploaded bank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757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68942" y="4892040"/>
            <a:ext cx="2061057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Interview uses bank first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6835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FRONTEND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Shortlisted Candidates page creates the candidate verification link.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Filters job applications to ATS-passed candidates.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HR selects an expiry date before link generation.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POST /api/interview/create-link writes token JSON, stores verification_link/interview_token, and returns verification/interview URLs.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Completed interviews cannot generate a new link from this page.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Generated link is copied to clipboard for sharing.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UI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expiryDates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per-application selected expiry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generatedLinks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verification links by application_id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applications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ATS-passed candidates for job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FRONTEND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Aadhaar verification page gates identity before live face checks.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Accepts .jpg, .jpeg, .png, and .pdf files.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Calls POST /api/kyc/aadhaar/upload/{application_id}.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Displays resume name, Aadhaar name, name match score, photo stored, photo match, and masked Aadhaar.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On success updates App state to aadhaarVerified and routes to /face-verification/{application_id}.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061057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Select 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6585" y="4892040"/>
            <a:ext cx="2061057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Upload Aadhaar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56001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7371" y="4892040"/>
            <a:ext cx="2061057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Backend OCR/name match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6787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98156" y="4892040"/>
            <a:ext cx="2061057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Show verification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757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68942" y="4892040"/>
            <a:ext cx="2061057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Continue face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6835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FRONTEND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Face verification page captures live frames and saves verification status.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Starts browser camera through the shared cameraSession.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Captures the current video frame to a JPEG blob using canvas.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Sends the frame to POST /api/interview/face-verify/{application_id}.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On match, calls POST /api/kyc/verification/mark/{application_id} to persist verified status.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Current UI needs one successful match; deck assumes liveness challenge/check is implemented.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attempts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frame attempts; UI shows /5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matches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successful matches; UI shows /1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lastResult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backend face match message/score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idle/ready/verifying/failed/passed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FRONTEND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Interview page enforces camera-visible, voice-only answering.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InterviewPage requires Aadhaar and face verification before starting.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It loads questions from POST /api/interview/{application_id}/start.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Camera remains visible during interview; audio recording is separate from video stream.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Candidate records voice answers only; transcript textarea is read-only after Whisper transcription.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Each answer is submitted to Qwen grading; final interview completion stops camera and shows Interview 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603754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Verified candidate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9282" y="4892040"/>
            <a:ext cx="2603754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Start interview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869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12764" y="4892040"/>
            <a:ext cx="2603754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Question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26246" y="4892040"/>
            <a:ext cx="2603754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Record voice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2566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5559552"/>
            <a:ext cx="2603754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Whisper transcript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9282" y="5559552"/>
            <a:ext cx="2603754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Submit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8698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12764" y="5559552"/>
            <a:ext cx="2603754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Qwen grade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12180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826246" y="5559552"/>
            <a:ext cx="2603754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Next/finish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25662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FRONTEND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Candidate details view is the current report-ready HR review surface.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JobApplicationsPage table displays ATS, semantic, skill, education, experience, project, verification, interview, and link status.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CandidateDetailsPanel displays ATS score, interview score, question source, and interview status.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For each answer it shows question, expected answer when from question bank, transcript, audio path, rubric scores, feedback, missing points, and submitted timestamp.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Report download is assumed implemented as an export layer over this stored 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Report 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Current 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Candidate/name/email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application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ATS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ats_result + stored scores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Transcripts/audio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interview_answers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Rubric/feedback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 grading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BACKEND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FastAPI main app exposes six route groups under localhost-friendly CORS.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app.main creates FastAPI(title='Resume Text Extraction API').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CORS allows React/Vite origins on localhost or 127.0.0.1 at any port.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Routers: resume, ATS, KYC, interview, HR/jobs, question bank.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Root GET / returns a running status message.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Prefix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Router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Primary responsibility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/api/resume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resume_routes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upload/extract resumes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/api/ats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ats_routes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score/save ATS 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/api/kyc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kyc_routes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 + verification status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2779776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/api/interview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779776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interview_routes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2779776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links, face, questions, transcription, grading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3127248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/api/hr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127248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job_routes + question_bank_routes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3127248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jobs, applications, banks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BACKEND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HR/job routes own job and application listing/deletion.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POST /api/hr/jobs accepts title, description, required_skills, education, experience, keywords.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GET /api/hr/jobs returns all jobs from jobs.json.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GET /api/hr/applications and /api/hr/jobs/{job_id}/applications return application records.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DELETE /api/hr/applications/{application_id} deletes the application and local owned artifacts.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Errors: missing application returns 404.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Storage updated/read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POST /jobs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save_job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jobs.json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GET /jobs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get_all_jobs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jobs.json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GET /jobs/{id}/applications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list_applications filter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applications.json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2779776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DELETE /applications/{id}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779776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delete_application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2779776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JSON + candidate files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BACKEND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Resume routes create application records and start ATS in bulk mode.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POST /api/resume/upload accepts resume_file or file plus optional job_id.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POST /api/resume/bulk-upload accepts job_id and resumes[]; each non-duplicate resume is scored.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POST /api/resume/extract-text extracts text without creating a full application.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Only PDF files are accepted; unreadable PDFs return 400.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Duplicate detection uses SHA-256 resume hash within the same job_id.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Request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Response highlights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/upload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file, job_id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application_id, stats, next_step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/bulk-upload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job_id, resumes[]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processed, failed, duplicate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/extract-text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text + ats_ready_data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BACKEND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ATS routes compute and persist screening scores.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GET /api/ats/score/{application_id} fetches application and job, prepares resume_data from parsed sections, calls calculate_ats, and updates the application.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POST /api/ats/{application_id}/decision stores manual passed/failed decisions.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- 404 if application or job is missing; 400 if manual decision is not passed/failed.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Response includes ats_score, matched_skills, missing_skills, status, passed, and next_step.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application_id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get application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get job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calculate_ats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update_application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return decision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BACKEND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Question bank routes persist job-wise interview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POST /api/hr/question-bank/save accepts job_id and a list of QuestionItem objects.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POST /api/hr/question-bank/upload accepts job_id and a text file; parser supports delimited and plain-text formats.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GET /api/hr/question-bank/{job_id} and /api/hr/jobs/{job_id}/question-bank return normalized questions.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Storage path: backend/app/storage/question_banks/{job_id}.json.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candidate-facing prompt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expected_answer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used in HR review and Qwen grading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difficulty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Easy/Medium/Hard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category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skill/category/topic label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BACKEND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KYC/Aadhaar routes validate candidate identity after ATS pass.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GET /api/kyc/candidate/{application_id} returns candidate verification payload.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GET /api/kyc/verification-status/{application_id} returns Aadhaar/face/interview status flags.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POST /api/kyc/aadhaar/upload/{application_id} validates file extension, saves to candidate/aadhaar, and calls verify_aadhaar_for_application.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POST /api/kyc/verification/mark/{application_id} persists final verified state after face/liveness.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Failures return JSONResponse with status_code, success=false, message, and next_step/debug data where available.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Storage updated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Keys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KYC result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aadhaar_verification, kyc_verification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Application flags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aadhaarVerified, faceVerified, verification_status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Artifacts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aadhaar_image_path, aadhaar_face_image_path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BACKEND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Face verification and liveness routes live in the interview route group.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POST /api/interview/face-verify/{application_id} saves a live frame and compares it against a reference face.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Reference selection in code checks Aadhaar face candidates first, then resume face candidates, then generic candidate image paths.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GET /api/interview/face-health checks insightface, onnxruntime, cv2, numpy and FaceAnalysis initialization.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Assumed liveness layer runs around/with frame capture before mark verified is saved.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Error cases: missing application, no reference face, empty frame, no detected face, import/model failure.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Webcam 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save live frame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select reference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InsightFace embeddings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cosine threshold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mark verified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BACKEND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Interview routes manage links, question loading, answers, and completion.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POST /api/interview/create-link creates token JSON, expiry date, verification URL, interview URL, and stores link fields on application.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GET /api/interview/validate-token/{token} checks token existence, application, used flag, completion, and expiry.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POST /api/interview/{application_id}/start requires Aadhaar and face verification, then prepares/stores questions and sets status in_progress.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POST /api/interview/questions/{application_id}/complete requires every question answer to be Qwen-graded before completion.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Completion writes interview_score, interview_completed_at, and marks link token used.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Step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Guard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Create link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application exists and not completed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Validate link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not expired, not used, not completed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Start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 + face verified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Complete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all answers graded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BACKEND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Transcription route stores audio before invoking Whisper.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POST /api/interview/{application_id}/transcribe accepts audio upload.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Requires candidate verification before transcription.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Saves audio under candidate_folder/interview_audio/{uuid}.{extension}.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Allowed extensions: .webm, .wav, .mp3, .m4a, .ogg, .mp4; fallback extension is .webm.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Returns transcript, audioPath/audio_path, and selected Whisper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061057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audio blob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6585" y="4892040"/>
            <a:ext cx="2061057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validate candidate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56001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7371" y="4892040"/>
            <a:ext cx="2061057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save file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6787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98156" y="4892040"/>
            <a:ext cx="2061057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transcribe_audio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757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68942" y="4892040"/>
            <a:ext cx="2061057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return transcript + path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6835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BACKEND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Qwen grading route persists detailed rubric records.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POST /api/interview/questions/{application_id}/evaluate accepts question_id, answer_text, transcript, and audio_path.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Finds the question in stored interview_questions and calls evaluate_answer_with_qwen.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Builds an answer record containing transcript, audio path, grading status, scores, feedback, missing points, model, and timestamp.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Updates interview_answers and rolling interview_score.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If Qwen is unavailable or JSON is invalid after repair/regrade, response is 502 and gradingStatus=grading_failed.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Saved 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finalScore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0-10 final mark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relevance/technical/depth/clarity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rubric marks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feedback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 evaluator comments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missingPoints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gaps identified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gradingModel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Qwen/Ollama model name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BACKEND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Report download route is assumed, not present in current code search.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Current code exposes report-ready data through GET application routes and JobApplicationsPage CandidateDetailsPanel.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No concrete /report/download, /export, PDF, or CSV route was found in backend/app routes.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Per user instruction, this deck assumes completed interview reports can be downloaded.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Recommended implementation: GET /api/hr/applications/{application_id}/report?format=pdf|csv|json after interview_completed=true.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Report generation should read application record, interview_answers, ATS result, verification status, and artifact paths.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Assumed endpoint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Required guard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/api/hr/applications/{id}/report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interview_completed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PDF/CSV/JSON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Source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application record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ATS + KYC + answers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Failure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missing/unfinished record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404/409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RESUME UPLOAD AND PARSING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Resume upload creates a per-candidate artifact folder and normalized ATS payload.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 new UUID application_id is generated before parsing.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Resume PDF is saved under storage/candidates/{application_id}/resumes with a UUID-prefixed filename.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SHA-256 file hash supports duplicate detection for the same job.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PyMuPDF extracts ordered text from PDF pages.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Text is cleaned, sectioned, and stored as ats_ready_data with raw_text, normalized_text, and sections_detected.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603754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UploadFile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9282" y="4892040"/>
            <a:ext cx="2603754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application UUID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869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12764" y="4892040"/>
            <a:ext cx="2603754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save PDF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26246" y="4892040"/>
            <a:ext cx="2603754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hash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2566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5559552"/>
            <a:ext cx="2603754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PyMuPDF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9282" y="5559552"/>
            <a:ext cx="2603754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clean text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8698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12764" y="5559552"/>
            <a:ext cx="2603754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sections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12180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826246" y="5559552"/>
            <a:ext cx="2603754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save app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725662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RESUME UPLOAD AND PARSING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Resume parser converts raw PDF text into education, skills, projects, and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Header normalization recognizes spaced headings such as E DUCATION and T ECHNICAL S KILLS.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Education parser extracts degree, institution, duration, grade, and school/board records.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Experience parser detects company/title/duration, location, bullets, technologies, and duration_months.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Project parser detects project title, description, bullets, technologies, and links.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Skills parser splits compact skill lines by commas, pipes, semicolons, bullets, and newlines.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Extraction method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Candidate 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first clean line that looks like a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Email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regex in resume 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Education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degree/institution/date/grade regex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Experience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date ranges + role/company heuristics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Projects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title and technology heuristics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3474720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Skills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98179" y="3474720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short skill tokens + dedupe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RESUME UPLOAD AND PARSING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Resume photo extraction supports later face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extract_resume_photo scans embedded PDF images larger than 5000 bytes.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OpenCV is available, Haar cascade detects the largest frontal face and writes a cropped resume_face image.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no face is detected or OpenCV path fails, it stores the embedded photo image as a fallback.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Application stores resume_photo_path, resume_face_image_path, and candidate_image_path.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Failure to find a photo is not fatal; Aadhaar photo may become the face reference.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061057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PDF image xref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6585" y="4892040"/>
            <a:ext cx="2061057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extract bytes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56001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7371" y="4892040"/>
            <a:ext cx="2061057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OpenCV decode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6787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98156" y="4892040"/>
            <a:ext cx="2061057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Haar face crop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757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68942" y="4892040"/>
            <a:ext cx="2061057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resume_face path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6835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RESUME UPLOAD AND PARSING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Resume upload failure and duplicate handling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32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Non-PDF uploads return HTTP 400: Only PDF files are allowed.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Unreadable PDFs remove the saved file and return HTTP 400: Unable to read the PDF file.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Duplicate files are detected by resume_file_hash plus job_id; duplicate temp artifacts are deleted.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Bulk upload records failed files independently and can return partial_success.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ATS failures during bulk upload mark that item processing_status=ats_failed with an error message.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Failure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Handling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Wrong extension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400 before save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Empty/invalid PDF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saved file removed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Duplicate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candidate folder removed; original app returned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ATS job missing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ats_failed in bulk item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ATS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ATS engine blends semantic relevance, explicit skills, education, experience, and projects.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33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ats_routes builds resume_data from the stored application sections and job data from jobs.json.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calculate_ats calls keyword_match, education_match, experience_match, project_quality, and semantic_match.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Shortlist threshold is 70; status is passed when ats_score &gt;= 70.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Scores and matched/missing skills are persisted back to the application.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Calibration limitation: active score weights sum to 1.20, so final score can need normalization/tuning.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Component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Weight in active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Semantic 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0.35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Skill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0.45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Education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0.10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Experience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0.15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Project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0.15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ATS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Semantic score uses JobBERT embeddings for resume-to-job relevance.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34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Input resume text is a semantic corpus of skills, experience titles/descriptions, and project titles/descriptions.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Job text is job description or title.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Model: SentenceTransformer('TechWolf/JobBERT-v3').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Output: cosine similarity scaled to 0-100 and clipped to [0, 100].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sentence-transformers or model load fails, semantic score returns 0.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First load may require internet; offline after model is cached.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061057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resume corpus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6585" y="4892040"/>
            <a:ext cx="2061057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JobBERT encode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56001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7371" y="4892040"/>
            <a:ext cx="2061057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job encode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6787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98156" y="4892040"/>
            <a:ext cx="2061057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cosine similarity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757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68942" y="4892040"/>
            <a:ext cx="2061057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semantic_score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6835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ATS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Skill score uses alias-aware exact matching across raw and extracted 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35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Inputs: job.required_skills, raw resume text, and parsed skills section.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Aliases cover C++, JavaScript/JS, FastAPI, MongoDB, SQL variants, AI/ML, OpenCV, PaddleOCR, React, Node.js, REST API, and more.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Score = matched required skills / total required skills * 100.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Outputs matched_skills and missing_skills for HR review.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Fully offline after code/package install; no model dependency.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Example canonical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Aliases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javascript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javascript, java script, 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mongodb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mongodb, mongo db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scikit-learn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scikit-learn, scikit learn, sklearn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rest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rest api, rest apis, restful api, 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ATS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Education score checks degree level and branch relevance.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36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Inputs: parsed education items and job.education requirement.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Detects school, diploma, bachelor's, master's, engineering requirement, and branches such as CS, IT, AI/ML, ECE, EEE, Mechanical, Civil.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Exact text match gives 100; matching bachelor's gives 100; related engineering branch gives 85; different specialization can still score 75.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Master's required but bachelor's found scores 60; school-only education scores 20.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Output includes score, matched flag, best degree, and reason.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Score behavior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No requirement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Matching degree/branch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100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Related engineering branch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85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Different bachelor's specialization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75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Only school-level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ATS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Experience score converts parsed durations into years.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37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Inputs: parsed experience entries and job.experience years.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Each experience item contributes duration_months or extracted months from text like 'Jan 2024 - Present'.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required experience is 0, score is 100.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candidate years &gt;= required, score is 100.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candidate has some experience but below requirement, score is max(50, ratio * 100).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Output includes score and years.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061057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experience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6585" y="4892040"/>
            <a:ext cx="2061057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duration months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56001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7371" y="4892040"/>
            <a:ext cx="2061057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total years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6787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98156" y="4892040"/>
            <a:ext cx="2061057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compare required years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757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68942" y="4892040"/>
            <a:ext cx="2061057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experience_score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6835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ATS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Project score rewards both quantity and job relevance.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38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Inputs: parsed projects, job required skills, keywords, and job title.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Long experience descriptions can be treated as project-like evidence.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Quantity score: 5+ projects = 100, 3-4 = 75, otherwise 50.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Quality score: matched targets / total targets * 100, capped at 100.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Final project score = 0.4 quantity + 0.6 quality.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Output includes project_count, matched keywords, quantity_score, quality_score, and score.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required_skills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technical relevance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keywords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role/domain relevance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job_title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role relevance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technologies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project stack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ATS SCORING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ATS output becomes the gate to KYC.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39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Result status is passed or failed.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Stored fields: ats_status, ats_decision, ats_result, ats_score, matched_skills, missing_skills, semantic_score, skill_score, education_score, experience_score, project_score.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Response next_step is aadhaar_verification only if passed; otherwise stop.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HR can view all component scores in JobApplicationsPage.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061057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ATS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6585" y="4892040"/>
            <a:ext cx="2061057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persist component scores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56001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7371" y="4892040"/>
            <a:ext cx="2061057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passed?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6787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98156" y="4892040"/>
            <a:ext cx="2061057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Aadhaar verification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757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68942" y="4892040"/>
            <a:ext cx="2061057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or stop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6835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QUESTION 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Question bank parser supports HR-authored files and manual entries.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40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Question bank is saved per job_id under backend/app/storage/question_banks/{job_id}.json.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Plain text parser supports Q:/A:, ANS:, ANS:=, ANSWER:, EXPECTED_ANSWER:, and numbered question prefixes.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Delimited parser uses csv.Sniffer and DictReader for comma or tab separated files.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Normalization maps expectedAnswer/answer/ANS aliases to expected_answer.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Difficulty defaults to Medium unless Easy/Medium/Hard is supplied.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Category defaults to Question Bank if category/skill/topic is absent.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Input format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Supported fields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Manual UI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question, expected_answer, difficulty, category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TXT Q/A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Q: question + A:/ANS:= answer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CSV/TSV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question, expected_answer/answer, difficulty, category/skill/topic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QUESTION 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Interview question loading prefers question bank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41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Interview start calls _prepare_interview_questions in interview_routes.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a current question payload exists and still matches the contract, it is reused.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a question bank exists for the job, questions are normalized and stored as source=question_bank.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no bank exists in this route path, result source=none, status=empty, questions=[].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question_generation_service can generate Qwen questions on regenerate or alternate service usage, but start currently loads bank-first in routes.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061057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Start interview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6585" y="4892040"/>
            <a:ext cx="2061057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load bank by job_id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56001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7371" y="4892040"/>
            <a:ext cx="2061057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normalize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6787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98156" y="4892040"/>
            <a:ext cx="2061057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store interview_questions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757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68942" y="4892040"/>
            <a:ext cx="2061057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frontend renders questions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6835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QWEN QUESTION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Qwen question generation uses resume and job context when no bank is selected by the generation 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42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generate_interview_questions first checks for a job-specific question bank; if present, Qwen is skipped.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no bank and USE_QWEN is false, rule-based fallback questions are returned.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USE_QWEN is true, it calls Qwen through Ollama with strict JSON requirements.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Prompt inputs include job title, description, required skills, education, experience, keywords, parsed skills, common skills, projects, experience, education, ATS result, matched/missing skills, and resume text up to 12000 characters.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application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resume context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job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ATS context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Qwen prompt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JSON questions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QWEN QUESTION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Qwen question schema requires exactly five balanced questions.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43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Required split: 2 Easy, 2 Medium, 1 Hard.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Required categories: Resume Overview, Project-Based Technical, Skill-Based Technical, System Design/Architecture/Debugging, Behavioral/HR/ATS Gap.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Schema: candidate_name plus questions array with id, category, difficulty, question, expected_focus.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Post-processing deduplicates, enforces difficulty split, limits repeated categories, and fills gaps with fallback questions.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If Qwen returns unusable JSON, generation returns success=false for Qwen path rather than silently inventing Qwen content.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Question id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q1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Resume overview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Project based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Skill technical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System design/debugging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Behavioral/HR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QWEN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Qwen service wraps Ollama with strict JSON parsing and retries.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44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Default base URL: http://127.0.0.1:11434.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Default model: qwen2.5:7b.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call_qwen posts to /api/generate with stream=false, temperature/top_p/num_predict options, and format=json when requested.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If json mode fails with HTTP &gt;= 400, it retries without the format field.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call_qwen_json parses JSON, then retries once with a stricter 'return only JSON' prompt if needed.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Health check GET /api/tags verifies the configured model is pulled and available.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Env 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Default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QWEN_BASE_URL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http://127.0.0.1:11434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QWEN_MODEL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qwen2.5:7b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USE_QWEN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true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QWEN_TIMEOUT_SECONDS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90 in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QWEN ANSWER GRADING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Qwen grading is the only answer scoring method.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45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evaluate_answer_with_qwen never uses a deterministic fallback score.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Qwen is unavailable or returns invalid grading, the saved answer has gradingStatus=grading_failed and the API asks the candidate to retry.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The candidate does not see rubric scores during interview; frontend only shows successful submission.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HR views grading later in CandidateDetailsPanel/report.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transcript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Qwen health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grading prompt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parse/repair/regrade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save answer record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HR review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QWEN ANSWER GRADING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Qwen grading prompt contains question, expected answer, transcript, resume, and job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46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Inputs: application, question object, transcript/answer_text, question_index, question_source.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Prompt includes job role/title, required skills, resume context, question object, expected answer, and candidate transcript.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Scores must be 0-10 and include finalScore, relevance, technical, depth, clarity, feedback, and missingPoints.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Expected answer is used strongly for question bank questions but exact wording is not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Prompt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interview_questions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Expected 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question bank / question payload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Transcript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Whisper result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Resume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application sections/text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Job context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jobs.json + application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QWEN ANSWER GRADING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Qwen grading parser repairs common LLM output problems.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47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First tries direct JSON parse.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Then extracts a JSON object from fenced/prose output using raw_decode or first/last braces.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Normalizes aliases such as final_score, score, overallScore, technical_accuracy, missing_points.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Validates required keys, numeric range 0-10, non-empty feedback, and no 'not available' placeholders.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invalid, Qwen is asked to repair the JSON without grading again.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all scores are zero but feedback sounds positive, Qwen is asked to regrade from scratch.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603754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raw Qwen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9282" y="4892040"/>
            <a:ext cx="2603754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direct parse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869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12764" y="4892040"/>
            <a:ext cx="2603754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extract JSON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26246" y="4892040"/>
            <a:ext cx="2603754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normalize aliases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2566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5559552"/>
            <a:ext cx="3508248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validate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3776" y="5559552"/>
            <a:ext cx="3508248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repair/regrade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3192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21752" y="5559552"/>
            <a:ext cx="3508248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graded/fail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21168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QWEN ANSWER GRADING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Qwen grading records are report-ready.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48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Answer record stores questionId, question text, expectedAnswer, difficulty, skill/category, answerText, transcript, audioPath, evaluation, gradingStatus, gradingModel, submittedAt.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Successful grading also stores score/finalScore, relevance, technical, depth, clarity, feedback, missingPoints, and nested grading.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Application interview_score is updated as the average of graded answer scores.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Interview completion requires every question answer to exist and have gradingStatus=graded.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Saved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Fields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Identity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questionId, submittedAt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Answer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answerText, transcript, audioPath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Rubric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finalScore, relevance, technical, depth, clarity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Feedback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feedback, missingPoints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Model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gradingModel, base_url/json_mode metadata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AADHAAR/KYC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Aadhaar verification only starts after ATS pass.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49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verify_aadhaar_for_application rejects applications whose ats_status is not passed.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Allowed upload extensions: .jpg, .jpeg, .png, .pdf.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The uploaded file is stored under storage/candidates/{application_id}/aadhaar.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PDF Aadhaar files are converted to page1 JPEG before model validation.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Aadhaar validator timeout is 90 seconds.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ATS passed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Aadhaar file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save candidate/aadhaar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prepare image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ID validator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fields + photo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AADHAAR/KYC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Indian ID validator detects Aadhaar and extracts fields through a subprocess.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50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Backend calls id_venv/Scripts/python.exe indian-id-validator/inference.py instead of importing it directly.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classify_only first tries the ID classifier; if it fails, Aadhaar detection is attempted as fallback.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Field extraction flattens validator output and searches for name, DOB, gender, Aadhaar number/UID/id_number.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Aadhaar number is masked before storage/logging as XXXX XXXX last4.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Raw output is sanitized to mask Aadhaar-like patterns.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Model file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Id_Classifier.pt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document type classification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Aadhaar_Card.pt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 field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Pan_Card.pt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PAN support in validator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Passport.pt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Passport support in validator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Voter_Id.pt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Voter ID support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3474720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Driving_License.pt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98179" y="3474720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Driving license support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AADHAAR/KYC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Aadhaar name matching combines sequence and token-initial logic.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51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Resume name comes from candidate_name fields or first plausible resume text line.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Aadhaar name comes from extracted name/full_name/aadhaar_name/applicant_name/holder_name fields.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Names are normalized by removing non-letters and collapsing spaces.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Similarity is max(SequenceMatcher ratio, token-initial match score).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Threshold NAME_MATCH_THRESHOLD = 0.70.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name fails, verification_status=aadhaar_failed and next_step=recapture.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resume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aadhaar name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normalize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sequence/token score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&gt;=0.70?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aadhaar_passed/failed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AADHAAR/KYC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Aadhaar photo extraction creates the reference used by live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52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extract_aadhaar_photo uses OpenCV Haar cascade to crop the largest face from the Aadhaar image.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If no face is detected, the uploaded Aadhaar image is copied as a development fallback reference.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Stored fields include aadhaar_photo_path and aadhaar_face_image_path.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 static photo_match between resume and Aadhaar photos is attempted with InsightFace but nonavailability is tolerated.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Final Aadhaar success returns next_step=face_verification while faceVerified remains false.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Success stores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Meaning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aadhaar_extracted_name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OCR 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aadhaar_image_path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uploaded original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aadhaar_photo_path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cropped/fallback 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aadhaarVerified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true when name passes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verification_status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aadhaar_passed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FACE VERIFICATION AND LIVENESS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Face verification compares live frame embeddings to identity references.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53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Frontend captures a webcam frame to JPEG; backend stores it in storage/live_frames.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Reference priority required for this deck: Aadhaar face, then resume face, then candidate image.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Code currently checks Aadhaar candidates first in _find_reference_face_path, then resume candidates, then candidate image candidates.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Model: InsightFace FaceAnalysis(name='buffalo_l') with CPUExecutionProvider.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Largest detected face embedding is compared with cosine similarity.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Default threshold FACE_VERIFY_THRESHOLD=0.38.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reference 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live frame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InsightFace embeddings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cosine score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threshold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match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FACE VERIFICATION AND LIVENESS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Liveness check is assumed active before final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54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Assumption: liveness/anti-spoofing challenge is implemented around the live frame workflow.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Expected flow: camera permission -&gt; live challenge -&gt; frame capture -&gt; backend face match -&gt; liveness pass -&gt; mark verified.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Current UI persists one successful match as enough to proceed; README also discusses majority verification in a 5-frame attempt policy.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Deck follows the user requirement: one successful match is enough to proceed, with liveness assumed implemented.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Persisted status includes live_face_verification with status, reference_source, score, attempts, matches, required_matches, verified_at.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Integrity 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Camera permission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live user presence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Liveness 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anti-spoofing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Face cosine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identity match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Attempts/matches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audit trail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verification_completed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interview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INTERVIEW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Interview route guard requires Aadhaar and face verification.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55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Both start_interview and get_interview_questions call _is_interview_access_verified.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Aadhaar verified is true if aadhaarVerified/aadhaar_verified or verification_status is aadhaar_passed/verified.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Face verified is true if faceVerified/face_verified, live_face_verification.status=passed, or verification_status=verified.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Unverified candidates receive HTTP 403 and cannot load interview questions.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Completed interviews return status=completed and no questions.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candidate URL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load status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aadhaar?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face?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start interview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or redirect/403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INTERVIEW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Interview question source is visible and stored.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56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Question source can be question_bank, qwen, rule_based_fallback, or none depending on route/service path.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In the active start route, job-specific question bank is the intended source.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Frontend displays source text: Question Bank, Generated by Qwen, or Prepared by fallback engine.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Question payload stores question_bank_id, question_bank_name, question_source, and normalized questions.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If no questions are returned, frontend shows a question-generation error.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Source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How selected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question_bank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load_question_bank(job_id) succeeds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generation service with USE_QWEN true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rule_based_fallback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USE_QWEN false or fallback 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none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no question bank in active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INTERVIEW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Voice-only answer mode protects interview integrity.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57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Candidate cannot type answers directly; transcript textarea is read-only.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MediaRecorder captures audio chunks from a microphone stream.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After recording stops, audio blob is uploaded to the backend for Whisper transcription.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Transcript must be non-empty before Submit Answer is enabled.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After submit, the current answer cannot be resubmitted; candidate proceeds to next question or finish.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Start recording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Stop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Upload audio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Whisper transcript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Read-only transcript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Submit answer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INTERVIEW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Completing the interview requires all Qwen grades.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58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complete_interview reads stored interview_questions and interview_answers.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Any missing or ungraded answer causes HTTP 400: All answers must be graded by Qwen.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Average interview_score is computed from graded answer scores.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Completion writes interview_status=completed, interview_completed=true, interview_score, interview_completed_at, completedAt.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If an interview token exists, the link JSON is marked used=true.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all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all graded?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average score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mark completed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mark link used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HR review/report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CAMERA AND MICROPHONE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Camera and microphone streams are intentionally separate.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59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Camera stream is video-only and reused by FaceVerificationPage and InterviewPage via cameraSession.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Microphone stream is requested only when recording an answer.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Audio tracks are stopped after each recording; camera can remain active during interview.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Browser APIs: navigator.mediaDevices.getUserMedia, MediaRecorder, canvas.toBlob.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Failure handling includes camera permission denied, camera warming up/no video size, microphone unavailable, MediaRecorder unsupported, empty audio, and no transcript.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Browser 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Used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getUserMedia({video:true})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face/interview camera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canvas.drawImage + toBlob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live frame JPEG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getUserMedia({audio:true})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answer recording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MediaRecorder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audio chunks/blob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sendBeacon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attempt completion on page unload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WHISPER TRANSCRIPTION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Whisper transcription runs locally after model cache is available.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60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Module: backend/app/services/whisper_service.py.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Library: faster-whisper.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Default model: medium; fallback order includes medium, small, base.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Default model directory: backend/models/whisper.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Default device: cpu; default compute type: int8.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Audio input is a saved file path; output includes transcript, language, and model name.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First model load can download model files; offline after cache.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Env 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Default / behavior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WHISPER_MODEL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medium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WHISPER_MODEL_DIR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backend/models/whisper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WHISPER_DEVICE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cpu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WHISPER_COMPUTE_TYPE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int8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Fallback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small, base if preferred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WHISPER TRANSCRIPTION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Whisper route failure cases are user-recoverable.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61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Missing saved audio file returns success=false with 'Audio file was not saved correctly'.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Missing faster-whisper package raises a runtime error and returns transcription failure.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Model load failure tries fallback models before raising Could not load Whisper transcription model.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Empty transcript triggers frontend voiceError asking the candidate to record again.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CPU/int8 keeps demo setup simpler but can be slower for medium model on limited hardware.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061057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audio saved?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6585" y="4892040"/>
            <a:ext cx="2061057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model load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56001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7371" y="4892040"/>
            <a:ext cx="2061057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transcribe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6787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98156" y="4892040"/>
            <a:ext cx="2061057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non-empty transcript?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757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68942" y="4892040"/>
            <a:ext cx="2061057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submit answer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6835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STORAGE AND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Storage is local JSON plus candidate artifact folders.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62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db_service is a compatibility layer; MongoDB is no longer used in this codebase.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application_store_service owns create/update/list/delete operations with a threading lock.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applications.json stores application records, ATS results, verification flags, interview questions, answer records, scores, and artifact paths.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jobs.json stores role definitions.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question_banks/{job_id}.json stores HR-authored questions.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Storage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Path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Applications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backend/app/storage/applications.json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Jobs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backend/app/storage/jobs.json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Question banks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backend/app/storage/question_banks/{job_id}.json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Interview links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backend/app/storage/interview_links/{token}.json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STORAGE AND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Candidate folder keeps all uploaded and generated artifacts together.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63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Candidate root: backend/app/storage/candidates/{application_id}.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Resume PDFs: candidates/{id}/resumes.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Resume face/photo: candidates/{id}/resume_faces.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Aadhaar files: candidates/{id}/aadhaar.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Aadhaar faces: candidates/{id}/aadhaar_faces.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Interview audio: candidates/{id}/interview_audio.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Live face frames are stored under storage/live_frames.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candidate folder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resumes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resume_faces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aadhaar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aadhaar_faces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interview_audio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STORAGE AND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Application records are the project backbone.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64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Initial upload creates identity, file, resume, KYC, face, and interview status fields.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ATS updates component scores and decision fields.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KYC updates Aadhaar fields, masked ID, reference photo paths, and verification flags.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Face verification updates live_face_verification and final verification status.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Interview updates questions, answers, grading, score, completion timestamps, and used link token.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Stage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Key fields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Upload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application_id, job_id, candidate_name, email, file_path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ats_score, matched_skills, component scores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KYC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aadhaarVerified, masked_aadhaar_number, aadhaar_face_image_path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faceVerified, live_face_verification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Interview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interview_questions, interview_answers, interview_score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STORAGE AND PERSISTENCE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Runtime storage and model caches should not be committed.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65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Recommended Git ignores: backend/app/storage/candidates, live_frames, aadhaar, resumes, resume_photos, aadhaar_photos, question_banks if demo data is private, interview_links, interview_audio.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Model caches should be ignored: backend/models/huggingface, backend/models/whisper, InsightFace model cache, Ollama model store.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Uploaded PDFs, Aadhaar images, audio files, transcripts, and generated reports may contain sensitive personal data.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Local JSON files are useful for demos but should migrate to production storage with access controls and audit logs.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Ignore category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Reason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model caches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large generated/downloaded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uploads/runtime storage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private candidate 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audio/transcripts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sensitive interview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sensitive HR artifacts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DOWNLOADABLE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Completed interview reports become available only after interview completion.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66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Assumption: downloadable report export is implemented.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Availability guard should be interview_completed=true and all answers graded.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Report source is the persisted application record plus linked local artifacts.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HR workflow: Job Applications -&gt; View candidate details -&gt; Download completed interview report.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Suggested formats: PDF for review/demo, CSV for HR spreadsheet workflows, JSON for system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061057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Interview completed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6585" y="4892040"/>
            <a:ext cx="2061057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HR opens candidate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56001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027371" y="4892040"/>
            <a:ext cx="2061057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report service reads record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26787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98156" y="4892040"/>
            <a:ext cx="2061057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PDF/CSV/JSON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9757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368942" y="4892040"/>
            <a:ext cx="2061057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download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6835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DOWNLOADABLE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Report content should mirror the candidate details panel plus ATS/KYC context.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67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Candidate details: name, email, application_id, job_id/job title.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ATS: final score, status, semantic/skill/education/experience/project scores, matched/missing skills.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Verification: Aadhaar status, masked Aadhaar, name match score, face/liveness score, timestamps.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Interview: question source, questions, expected answers, transcripts, audio paths/links, per-rubric Qwen scores, feedback, missing points, final interview score.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Metadata: submittedAt per answer, completedAt/interview_completed_at, grading model.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Report section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Data 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Candidate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application root fields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ats_result + component scores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KYC/face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aadhaar_verification + live_face_verification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Answers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interview_answers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Final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interview_score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MODELS AND OFFLINE/ONLINE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Model inventory: language, speech, semantic, face, OCR, and document detection.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68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44200" cy="49377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Qwen2.5:7b via Ollama: local LLM for question generation and grading; pull once, then offline if Ollama runs locally.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faster-whisper medium/small/base: local speech-to-text; first load downloads model files to backend/models/whisper, then offline.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TechWolf/JobBERT-v3: semantic ATS embeddings through sentence-transformers; first load may download from Hugging Face, then offline cache.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InsightFace buffalo_l / ArcFace: face embeddings; first model fetch/cache may require internet if not already present, then offline.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YOLO Indian ID .pt models: bundled under indian-id-validator/models; no first download for those files.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PaddleOCR/PaddlePaddle: OCR runtime for ID validator; package/model assets may need setup/cache, then offline.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OpenCV Haar cascade: bundled with OpenCV package; used for resume/Aadhaar face cropping.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MODELS AND OFFLINE/ONLINE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Model offline/online behavior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69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2203704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Model/package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98064" y="1417320"/>
            <a:ext cx="2203704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1768" y="1417320"/>
            <a:ext cx="2203704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First internet?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5472" y="1417320"/>
            <a:ext cx="2203704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Offline after cache?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09176" y="1417320"/>
            <a:ext cx="2203704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Cache/store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1764792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Qwen2.5:7b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98064" y="1764792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LLM generation/grading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1768" y="1764792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Yes: ollama pull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5472" y="1764792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09176" y="1764792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Ollama model store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112264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faster-whisper medium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98064" y="2112264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transcription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1768" y="2112264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Yes first 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05472" y="2112264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Yes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09176" y="2112264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backend/models/whisper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2459736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JobBERT-v3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98064" y="2459736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semantic ATS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1768" y="2459736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Yes first load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05472" y="2459736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09176" y="2459736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HF cache/backend models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2807208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InsightFace buffalo_l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98064" y="2807208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face embeddings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1768" y="2807208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Maybe first fetch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05472" y="2807208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09176" y="2807208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InsightFace cache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3154680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YOLO .pt ID models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98064" y="3154680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ID detection/classification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1768" y="3154680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No bundled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05472" y="3154680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09176" y="3154680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indian-id-validator/models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3502152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PaddleOCR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98064" y="3502152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OCR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1768" y="3502152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Maybe setup/cache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05472" y="3502152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Yes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09176" y="3502152"/>
            <a:ext cx="2203704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Paddle cache/env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3849624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OpenCV Haar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98064" y="3849624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face crop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01768" y="3849624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pip/package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05472" y="3849624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09176" y="3849624"/>
            <a:ext cx="2203704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OpenCV package 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MODELS AND OFFLINE/ONLINE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Model installation and missing-model failure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70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275463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8990" y="1417320"/>
            <a:ext cx="275463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Install/pull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03620" y="1417320"/>
            <a:ext cx="275463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CPU/GPU behavior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858250" y="1417320"/>
            <a:ext cx="275463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1">
                <a:solidFill>
                  <a:srgbClr val="FFFFFF"/>
                </a:solidFill>
                <a:latin typeface="Aptos"/>
              </a:rPr>
              <a:t>Missing failure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764792"/>
            <a:ext cx="275463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Qwen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48990" y="1764792"/>
            <a:ext cx="275463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Install Ollama; ollama pull qwen2.5:7b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3620" y="1764792"/>
            <a:ext cx="275463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local Ollama runtime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58250" y="1764792"/>
            <a:ext cx="275463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health false; grading fails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112264"/>
            <a:ext cx="275463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Whisper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48990" y="2112264"/>
            <a:ext cx="275463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pip faster-whisper; first load downloads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03620" y="2112264"/>
            <a:ext cx="275463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CPU int8 default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58250" y="2112264"/>
            <a:ext cx="275463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transcription failure/fallback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459736"/>
            <a:ext cx="275463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JobBERT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48990" y="2459736"/>
            <a:ext cx="275463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pip sentence-transformers; first load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03620" y="2459736"/>
            <a:ext cx="275463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torch backend CPU/GPU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58250" y="2459736"/>
            <a:ext cx="275463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semantic score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2807208"/>
            <a:ext cx="275463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InsightFace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48990" y="2807208"/>
            <a:ext cx="275463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pip insightface onnxruntime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03620" y="2807208"/>
            <a:ext cx="275463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CPUExecutionProvider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58250" y="2807208"/>
            <a:ext cx="275463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face-health failed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154680"/>
            <a:ext cx="275463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Indian ID YOLO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48990" y="3154680"/>
            <a:ext cx="275463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bundled .pt + ultralytics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3620" y="3154680"/>
            <a:ext cx="275463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CPU/GPU by ultralytics env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58250" y="3154680"/>
            <a:ext cx="275463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validator subprocess error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3502152"/>
            <a:ext cx="275463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PaddleOCR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48990" y="3502152"/>
            <a:ext cx="275463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id_venv setup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3620" y="3502152"/>
            <a:ext cx="275463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Paddle CPU/GPU build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58250" y="3502152"/>
            <a:ext cx="275463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740" b="0">
                <a:solidFill>
                  <a:srgbClr val="121B29"/>
                </a:solidFill>
                <a:latin typeface="Aptos"/>
              </a:rPr>
              <a:t>OCR/extraction failure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REQUIRED PYTHON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Backend Python modules are grouped by API, parsing, AI, and computer vision.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71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672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Group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417320"/>
            <a:ext cx="3672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Packages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0040" y="1417320"/>
            <a:ext cx="3672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Used by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64792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Server/API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1764792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fastapi, uvicorn, pydantic, python-multipart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0040" y="1764792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main.py and routes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112264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HTTP/env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200" y="2112264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requests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40040" y="2112264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qwen_service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459736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PDF parsing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2459736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PyMuPDF/fitz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40040" y="2459736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resume_parser, id_model_service PDF conversion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807208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Semantic NLP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200" y="2807208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sentence-transformers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0040" y="2807208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semantic_match JobBERT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154680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Speech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200" y="3154680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faster-whisper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40040" y="3154680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whisper_service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502152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Face/CV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7200" y="3502152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insightface, onnxruntime, opencv-python, numpy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40040" y="3502152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face verification and photo crops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849624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ID validator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7200" y="3849624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ultralytics, paddleocr, paddlepaddle, pandas, matplotlib, huggingface_hub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40040" y="3849624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indian-id-validator env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REQUIRED PYTHON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Backend dependencies have two internet moments: package install and model download.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72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pip install requirements.txt is required for backend packages.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setup_id_venv.bat installs Indian ID validator packages into a separate environment.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Some packages only need internet during pip install; ML packages may also download model weights during first runtime use.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For offline demos, pre-run model health checks and first transcription/semantic/face load before presenting.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Package/model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Internet during pip?</a:t>
            </a:r>
          </a:p>
        </p:txBody>
      </p:sp>
      <p:sp>
        <p:nvSpPr>
          <p:cNvPr id="9" name="Rectangle 8"/>
          <p:cNvSpPr/>
          <p:nvPr/>
        </p:nvSpPr>
        <p:spPr>
          <a:xfrm>
            <a:off x="9372600" y="1389888"/>
            <a:ext cx="2148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Internet at runtime?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7492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FastAPI/Pydantic/PyMuPDF/OpenCV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Yes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1737360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sentence-transformers + JobBERT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Yes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72600" y="2084832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Yes on first model 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faster-whisper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72600" y="2432304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Yes on first model 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2779776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insightface buffalo_l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779776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72600" y="2779776"/>
            <a:ext cx="2148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Maybe if model missing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3127248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PaddleOCR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127248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72600" y="3127248"/>
            <a:ext cx="2148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Maybe if OCR assets missing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REQUIRED FRONTEND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Frontend runtime uses a small package footprint plus browser APIs.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73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53312"/>
            <a:ext cx="4297680" cy="443484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package.json dependencies: react, react-dom, vite, @vitejs/plugin-react.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No React Router package is used; App.jsx handles routing/state manually.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API calls use browser fetch with hardcoded http://127.0.0.1:8000 base URLs in API modules/pages.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Camera and microphone rely on browser permissions and secure/browser-supported contexts.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MediaRecorder support and MIME support are checked before recording.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21B29"/>
                </a:solidFill>
                <a:latin typeface="Aptos"/>
              </a:rPr>
              <a:t>- CSS files are page-specific plus global.css.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Frontend dependency/API</a:t>
            </a:r>
          </a:p>
        </p:txBody>
      </p:sp>
      <p:sp>
        <p:nvSpPr>
          <p:cNvPr id="8" name="Rectangle 7"/>
          <p:cNvSpPr/>
          <p:nvPr/>
        </p:nvSpPr>
        <p:spPr>
          <a:xfrm>
            <a:off x="8298179" y="1389888"/>
            <a:ext cx="3223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React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98179" y="1737360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stateful pages/components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Vite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8179" y="2084832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dev server/build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fetch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98179" y="2432304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REST API calls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getUserMedia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98179" y="2779776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camera/microphone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MediaRecorder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98179" y="3127248"/>
            <a:ext cx="3223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voice answer capture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3474720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canvas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98179" y="3474720"/>
            <a:ext cx="3223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webcam frame capture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SETUP AND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Setup: backend, frontend, ID validator, and model runtimes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74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44200" cy="49377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Backend: cd D:\novac_3; venv\Scripts\activate; cd backend; uvicorn app.main:app --reload.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Frontend: cd D:\novac_3\frontend; npm run dev.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Indian ID validator: run setup_id_venv.bat; defaults use D:\novac_3\id_venv\Scripts\python.exe and indian-id-validator\inference.py.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Ollama/Qwen: install Ollama, run ollama pull qwen2.5:7b, start Ollama, check /api/interview/qwen-health.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Face health: check /api/interview/face-health before demo.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Whisper: first transcription may download selected model into backend/models/whisper.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SETUP AND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Environment variables control model/runtime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75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5509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Env var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103620" y="1417320"/>
            <a:ext cx="550926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Default / 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764792"/>
            <a:ext cx="5509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QWEN_BASE_URL</a:t>
            </a:r>
          </a:p>
        </p:txBody>
      </p:sp>
      <p:sp>
        <p:nvSpPr>
          <p:cNvPr id="9" name="Rectangle 8"/>
          <p:cNvSpPr/>
          <p:nvPr/>
        </p:nvSpPr>
        <p:spPr>
          <a:xfrm>
            <a:off x="6103620" y="1764792"/>
            <a:ext cx="5509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http://127.0.0.1:11434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112264"/>
            <a:ext cx="5509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QWEN_MODEL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03620" y="2112264"/>
            <a:ext cx="5509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qwen2.5:7b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459736"/>
            <a:ext cx="5509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USE_QWEN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03620" y="2459736"/>
            <a:ext cx="5509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807208"/>
            <a:ext cx="5509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WHISPER_MODEL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03620" y="2807208"/>
            <a:ext cx="5509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medium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154680"/>
            <a:ext cx="5509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WHISPER_MODEL_DIR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03620" y="3154680"/>
            <a:ext cx="5509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backend/models/whisper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502152"/>
            <a:ext cx="5509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WHISPER_DEVICE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03620" y="3502152"/>
            <a:ext cx="5509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cpu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849624"/>
            <a:ext cx="5509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WHISPER_COMPUTE_TYPE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03620" y="3849624"/>
            <a:ext cx="5509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int8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197096"/>
            <a:ext cx="5509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FACE_VERIFY_THRESHOLD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03620" y="4197096"/>
            <a:ext cx="5509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0.38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544568"/>
            <a:ext cx="5509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FRONTEND_BASE_URL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03620" y="4544568"/>
            <a:ext cx="5509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http://localhost:5173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892040"/>
            <a:ext cx="5509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INDIAN_ID_PYTHON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03620" y="4892040"/>
            <a:ext cx="550926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D:\novac_3\id_venv\Scripts\python.exe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5239512"/>
            <a:ext cx="5509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INDIAN_ID_INFERENCE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03620" y="5239512"/>
            <a:ext cx="550926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D:\novac_3\indian-id-validator\inference.py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SETUP AND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Demo readiness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76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Backend FastAPI running on port 8000.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Frontend Vite running on port 5173 or another localhost port allowed by CORS.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Ollama running and qwen2.5:7b pulled.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Face dependencies installed and /face-health returns success true.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ID validator venv exists and can classify a sample Aadhaar.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Whisper first model load already warmed up if internet is unavailable during demo.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At least one job, question bank, and candidate resume are available for the demo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603754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9282" y="4892040"/>
            <a:ext cx="2603754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Frontend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869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12764" y="4892040"/>
            <a:ext cx="2603754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Ollama/Qwen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26246" y="4892040"/>
            <a:ext cx="2603754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ID validator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2566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5559552"/>
            <a:ext cx="3508248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Face health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3776" y="5559552"/>
            <a:ext cx="3508248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Whisper cache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3192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21752" y="5559552"/>
            <a:ext cx="3508248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Demo data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21168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FAILURE MODES AND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Failure modes and fixes: AI runtimes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77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672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Symptom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417320"/>
            <a:ext cx="3672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Likely cause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0040" y="1417320"/>
            <a:ext cx="3672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Fix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64792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 health false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1764792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Ollama not running or model missing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0040" y="1764792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Start Ollama; ollama pull qwen2.5:7b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112264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 invalid JSON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200" y="2112264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LLM output not parseable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40040" y="2112264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Retry; repair flow runs; tighten prompt if recurring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459736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Grading failed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2459736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Qwen unavailable or invalid after repair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40040" y="2459736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Check /qwen-health; retry answer submission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807208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Whisper delay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200" y="2807208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First model download/loading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0040" y="2807208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Prewarm model; set smaller WHISPER_MODEL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154680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Semantic score 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200" y="3154680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JobBERT load failed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40040" y="3154680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Check sentence-transformers/cache/internet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FAILURE MODES AND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Failure modes and fixes: browser and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78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672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Symptom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417320"/>
            <a:ext cx="3672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Likely cause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0040" y="1417320"/>
            <a:ext cx="3672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Fix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64792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Camera permission denied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1764792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Browser blocked camera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0040" y="1764792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Allow permission; reload candidate page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112264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No face detected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200" y="2112264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Poor frame/reference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40040" y="2112264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Center face; improve lighting; ensure Aadhaar/resume photo exists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459736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Microphone unavailable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2459736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Permission or device issue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40040" y="2459736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Allow microphone; check browser/device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807208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No transcript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200" y="2807208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Empty/unclear audio or Whisper 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0040" y="2807208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Record again; check backend logs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154680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Question bank missing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200" y="3154680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No {job_id}.json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40040" y="3154680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Upload/create bank or use Qwen generation path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502152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Route guard blocks interview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67200" y="3502152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Aadhaar/face flags false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40040" y="3502152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Complete verification first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" y="3849624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Report download missing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67200" y="3849624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Assumed route/file not generated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40040" y="3849624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Generate report after interview completion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FAILURE MODES AND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Failure modes and fixes: storage and repo hygiene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79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3672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Symptom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200" y="1417320"/>
            <a:ext cx="3672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Cause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7940040" y="1417320"/>
            <a:ext cx="3672840" cy="347472"/>
          </a:xfrm>
          <a:prstGeom prst="rect">
            <a:avLst/>
          </a:prstGeom>
          <a:solidFill>
            <a:srgbClr val="2D3A4C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1">
                <a:solidFill>
                  <a:srgbClr val="FFFFFF"/>
                </a:solidFill>
                <a:latin typeface="Aptos"/>
              </a:rPr>
              <a:t>Fix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64792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Large Git changes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7200" y="1764792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model caches/storage committed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0040" y="1764792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Add ignores; remove cached artifacts from Git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112264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Missing local folders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67200" y="2112264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storage directories absent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40040" y="2112264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application_store_service creates core folders; create candidate paths as needed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459736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Application delete leaves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7200" y="2459736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path not inside owned roots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40040" y="2459736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Keep artifacts under storage/uploads owned roots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807208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Invalid JSON store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200" y="2807208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manual edit/truncated file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0040" y="2807208"/>
            <a:ext cx="3672840" cy="347472"/>
          </a:xfrm>
          <a:prstGeom prst="rect">
            <a:avLst/>
          </a:prstGeom>
          <a:solidFill>
            <a:srgbClr val="F8F9FB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Restore backup or valid []/records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3154680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ID validator timeout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7200" y="3154680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heavy OCR/model or bad env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40040" y="3154680"/>
            <a:ext cx="36728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>
            <a:normAutofit/>
          </a:bodyPr>
          <a:lstStyle/>
          <a:p>
            <a:pPr algn="ctr"/>
            <a:r>
              <a:rPr sz="840" b="0">
                <a:solidFill>
                  <a:srgbClr val="121B29"/>
                </a:solidFill>
                <a:latin typeface="Aptos"/>
              </a:rPr>
              <a:t>Check id_venv, reduce input, inspect stderr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SECURITY AND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Security and integrity controls already present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80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Candidate cannot type answers during active interview; transcript is read-only and generated from voice.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Camera remains visible during interview to discourage impersonation.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Aadhaar name matching verifies identity before face verification.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Face + liveness check gates the interview route.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Interview links include expiry and used flags; completed interviews cannot be restarted.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Aadhaar numbers are masked before storage in verification fields.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ATS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Aadhaar check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Face+liveness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Voice-only interview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Qwen graded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Completed/used link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SECURITY AND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Production security hardening still matters.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81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44200" cy="49377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Add HR authentication and role-based authorization.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Replace clipboard/manual link sharing with signed email delivery.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Encrypt sensitive uploaded documents, audio, and reports at rest.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Add audit logging for link creation, verification, report download, and deletion.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Move from local JSON to MongoDB or another production database with indexes and access control.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Define retention policy for Aadhaar files, live frames, audio, transcripts, and reports.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82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0744200" cy="49377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Local JSON storage is demo-friendly but not production-grade for concurrency, indexing, audit, or access control.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ATS weight calibration needs normalization and validation against real hiring outcomes.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Qwen JSON output can fail despite strict prompting; repair/regrade helps but does not remove risk.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Model startup and first-download delays can disrupt demos if caches are not warmed.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Hardware affects Whisper, JobBERT, InsightFace, and OCR performance.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Liveness check is assumed implemented in this deck; production anti-spoofing should be independently tested.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21B29"/>
                </a:solidFill>
                <a:latin typeface="Aptos"/>
              </a:rPr>
              <a:t>- Report download route was not found in current code search and is treated as an assumed capability.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Future 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83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Migrate persistence to MongoDB with indexes, migrations, audit fields, and backups.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Add HR authentication, role-based access, and signed candidate links.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Integrate email/SMS delivery for verification/interview links.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Implement first-class PDF/CSV/JSON report generation endpoints if not already added.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Add model readiness dashboard for Qwen, Whisper, JobBERT, InsightFace, and ID validator.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Improve liveness/anti-spoofing with challenge-response and multi-frame scoring.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Calibrate ATS weights with labeled data and add threshold configuration per role.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Add automated tests for parsers, ATS math, KYC edge cases, route guards, Qwen parsing, and interview completion.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Add HR analytics dashboard for pipeline conversion, score distributions, and model health.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2603754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Production 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9282" y="4892040"/>
            <a:ext cx="2603754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Auth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869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12764" y="4892040"/>
            <a:ext cx="2603754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Signed links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826246" y="4892040"/>
            <a:ext cx="2603754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Report 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2566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" y="5559552"/>
            <a:ext cx="3508248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Model health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3776" y="5559552"/>
            <a:ext cx="3508248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Tests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03192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921752" y="5559552"/>
            <a:ext cx="3508248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Analytics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21168" y="5811012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502920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20539A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75488"/>
            <a:ext cx="9875520" cy="530352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200" b="1">
                <a:solidFill>
                  <a:srgbClr val="121B29"/>
                </a:solidFill>
                <a:latin typeface="Aptos"/>
              </a:rPr>
              <a:t>Review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292608"/>
            <a:ext cx="502920" cy="228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900" b="1">
                <a:solidFill>
                  <a:srgbClr val="596576"/>
                </a:solidFill>
                <a:latin typeface="Aptos"/>
              </a:rPr>
              <a:t>84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24712"/>
            <a:ext cx="11155680" cy="9144"/>
          </a:xfrm>
          <a:prstGeom prst="rect">
            <a:avLst/>
          </a:prstGeom>
          <a:solidFill>
            <a:srgbClr val="CDD6E2"/>
          </a:solidFill>
          <a:ln w="889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835640" cy="3108960"/>
          </a:xfrm>
          <a:prstGeom prst="rect">
            <a:avLst/>
          </a:prstGeom>
          <a:noFill/>
        </p:spPr>
        <p:txBody>
          <a:bodyPr wrap="square" lIns="73152" rIns="73152" tIns="36576" bIns="36576">
            <a:normAutofit/>
          </a:bodyPr>
          <a:lstStyle/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NOVAC AI Hiring Platform is a connected local-first hiring workflow with clear boundaries between frontend, API routes, services, storage, and AI models.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The strongest implemented backbone is the application_id record that accumulates resume, ATS, KYC, face, interview, transcript, grading, and report-ready data.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The highest-priority engineering work for production is persistence, security, model readiness, report export, liveness validation, ATS calibration, and tests.</a:t>
            </a:r>
          </a:p>
          <a:p>
            <a:pPr>
              <a:spcAft>
                <a:spcPts val="400"/>
              </a:spcAft>
            </a:pPr>
            <a:r>
              <a:rPr sz="1160">
                <a:solidFill>
                  <a:srgbClr val="121B29"/>
                </a:solidFill>
                <a:latin typeface="Aptos"/>
              </a:rPr>
              <a:t>- With warmed model caches and running Ollama/FastAPI/Vite, the project is suitable for an end-to-end technical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Codebase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94788" y="4892040"/>
            <a:ext cx="1699260" cy="502920"/>
          </a:xfrm>
          <a:prstGeom prst="roundRect">
            <a:avLst/>
          </a:prstGeom>
          <a:solidFill>
            <a:srgbClr val="E5F6F3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Pipelines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94204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3776" y="4892040"/>
            <a:ext cx="1699260" cy="502920"/>
          </a:xfrm>
          <a:prstGeom prst="roundRect">
            <a:avLst/>
          </a:prstGeom>
          <a:solidFill>
            <a:srgbClr val="E8F5E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Models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03192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12764" y="4892040"/>
            <a:ext cx="1699260" cy="502920"/>
          </a:xfrm>
          <a:prstGeom prst="roundRect">
            <a:avLst/>
          </a:prstGeom>
          <a:solidFill>
            <a:srgbClr val="FBF1E1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Storage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12180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921752" y="4892040"/>
            <a:ext cx="1699260" cy="5029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Demo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21168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0740" y="4892040"/>
            <a:ext cx="1699260" cy="502920"/>
          </a:xfrm>
          <a:prstGeom prst="roundRect">
            <a:avLst/>
          </a:prstGeom>
          <a:solidFill>
            <a:srgbClr val="E7F0FD"/>
          </a:solidFill>
          <a:ln w="8890">
            <a:solidFill>
              <a:srgbClr val="CDD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950" b="1">
                <a:solidFill>
                  <a:srgbClr val="121B29"/>
                </a:solidFill>
                <a:latin typeface="Aptos"/>
              </a:rPr>
              <a:t>Production roadmap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30156" y="5143500"/>
            <a:ext cx="82296" cy="0"/>
          </a:xfrm>
          <a:prstGeom prst="line">
            <a:avLst/>
          </a:prstGeom>
          <a:ln w="10160">
            <a:solidFill>
              <a:srgbClr val="59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2920" y="6510528"/>
            <a:ext cx="3657600" cy="1463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680" b="0">
                <a:solidFill>
                  <a:srgbClr val="596576"/>
                </a:solidFill>
                <a:latin typeface="Aptos"/>
              </a:rPr>
              <a:t>NOVAC AI Hiring Platform technical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